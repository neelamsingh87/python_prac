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793E-40E3-BF35-BFF2-B3A7A7F3A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CF0A1-F156-2B92-470E-3D18E1016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6B086-5985-11DF-3445-F49707DC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0C8E2-51F5-3BBD-4009-AC6275C1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60B34-0815-485B-80E0-C161FEB8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89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171C-44EB-9A70-67BB-FE587586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3B1B7-D7D8-ECA0-D856-D2FE66E15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3F503-D077-D854-F8C2-1B3C81E8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2B66B-A543-A616-639A-5C5F66D7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C018E-090B-B156-0A2B-1BBEB774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9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98D7-76E3-CD89-5CC0-19557ABE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562EF-1FA2-BDF5-20E5-06238EAC4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92C3D-B85A-D200-5309-BF5D68B4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31CEC-356B-0932-490B-AFA37C98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30D98-2C13-2029-E97A-0184D13A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60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6699-4CF1-D790-9E3A-A7EE104D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B5BC8-7F23-3DA0-C768-A4E059B29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124AE-682E-BD7F-8B79-0BCA0B10A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4735C-4211-CB23-3900-A6F74392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86F75-A603-F804-24BF-99F87C9F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88FF8-71BA-35ED-DEB0-FBDF0642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7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59E9-1877-2EC7-299B-EE6D932FB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C733A-E2BB-D454-D5E7-922979416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20807-2353-E1AA-60FF-A8BE95093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001E9B-BD7A-ACE2-7363-6E9907C94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44EA25-11CA-EFE0-FEDD-6E4EAF5D3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024E90-0E0C-51E0-049B-7BADE0EE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09A3E-B4CC-C5C0-0C04-BD4818AA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D50BF-904E-89FE-8320-B18EA252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69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9535F-8557-B47C-BC78-1785723A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F591B-F3F3-6495-7EA8-EBD9EEEF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154D4-14A4-83E3-3D34-A8835F79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96910-3AAA-CFD4-E594-56A5CE40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125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B6734-0714-3986-F413-FDEFD7BA4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A41CB-55F5-4EF3-B234-53BA5ECDD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9941-2A9E-1FCF-980C-4C08FC89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68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8A63-4107-630A-CD6E-6F4958D4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7223-F6E9-A9A9-C259-D02C8704B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52BD9-BD4B-0924-4D2B-D773D0999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DCE13-ABB3-EC0A-ED66-97ADCAF6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F07E5-F105-6651-EA91-90BFC984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D10D0-FF5A-B814-F0D8-14A0C47B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6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7751-D759-DE85-DC74-EF258C88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10ECE6-6FFD-1209-4CB6-DE94965EE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C8A9D-D5EC-A97B-59CF-A49DDE991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FE64D-3ED2-0591-2AEF-BD48A10A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6EBA0-0018-15F2-00E2-6EE452961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58FD-C663-E850-C9B7-5EA8FE3E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645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35EB-501D-3E15-28E0-9C76C40D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162C9-785E-0401-CA21-53A0B8C81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3824B-D981-D733-DE31-B9A274B6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4AF38-BDEA-B203-4255-13FDBA45A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37897-C23C-32A0-34C8-9D6F298EE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4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EB2B9-4DB3-1798-D7EC-01DC965FD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BE20C-B0D4-5D31-CB31-A847D141A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CEB6-E928-1D02-6A31-BE8ED4CA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001CA-F541-57F4-B87C-D5F4E152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7CD64-D352-53A4-D195-BE240000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399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79277-B369-4556-4694-522E443982D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8614AB26-4726-E480-3C29-0A4103EC48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D2C3F0-00B1-5936-06FC-651C769F1E29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E8D7EA-F36B-21B0-BB43-029E61252FFD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3ABC91-97FF-C25C-8568-08FC9AFB4871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ADE8F027-564D-B91B-461B-E4341C3912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82FFD695-44EB-164F-AEF5-D75646F15DA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046DFDF-E753-C3E8-DB30-16066A69DDE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49DACE-BC91-C3D9-6076-C1CE220BE49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9DFFCF-FA50-A8ED-2C06-435FF62A235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AF7A5BC1-C446-50F5-9770-96D91F4397A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0F14B6-20FC-ECF4-91BC-28E0DD6E6F9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D18CA0-ED0F-4CA7-0F0F-24FA7C04FD7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8540DFD-B403-2465-0621-E6DBA405EBA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652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E031C-CA7C-A343-C830-9754CE7E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F95E3-E624-646C-694B-3C90FE651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5EA1A-AFED-C3CF-EB5B-6FB59804B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1957D-1D24-4675-B431-013CC5C18CD6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291C5-7B61-77E8-CDBA-2B2EACC92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0BB71-86C1-5F06-A5D2-E08571ED3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4A04E-0D75-489A-9F76-0AC6D3481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60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Content Placeholder 2">
            <a:extLst>
              <a:ext uri="{FF2B5EF4-FFF2-40B4-BE49-F238E27FC236}">
                <a16:creationId xmlns:a16="http://schemas.microsoft.com/office/drawing/2014/main" id="{FF7D117E-36AF-14BC-E873-9C7DBB9F4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1484110"/>
            <a:ext cx="10027055" cy="4525962"/>
          </a:xfrm>
        </p:spPr>
        <p:txBody>
          <a:bodyPr/>
          <a:lstStyle/>
          <a:p>
            <a:endParaRPr lang="en-US" sz="1800" b="1" dirty="0"/>
          </a:p>
          <a:p>
            <a:r>
              <a:rPr lang="en-IN" sz="1800" b="1" dirty="0"/>
              <a:t>Experiment 2</a:t>
            </a:r>
            <a:endParaRPr lang="en-US" sz="1800" b="1" dirty="0"/>
          </a:p>
          <a:p>
            <a:r>
              <a:rPr lang="en-US" sz="1800" b="1" dirty="0"/>
              <a:t>Name and ID of the Student : Neelam Singh (2024HT65640)</a:t>
            </a: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8C2DB-D397-A876-7CEF-796B7EC6A5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/>
          </a:bodyPr>
          <a:lstStyle/>
          <a:p>
            <a:pPr algn="ctr">
              <a:defRPr/>
            </a:pPr>
            <a:r>
              <a:rPr lang="en-IN" dirty="0"/>
              <a:t>ADAS Assignment</a:t>
            </a:r>
            <a:endParaRPr lang="en-US" dirty="0">
              <a:latin typeface="Bierstadt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9BEB-F51E-79DA-4C33-5A18DB48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0159F12-01EF-1258-5DE6-3412A9000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396" y="1523021"/>
            <a:ext cx="7770804" cy="452596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2E193-38F8-C0AB-E5BD-CE0B5C5965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/>
          </a:bodyPr>
          <a:lstStyle/>
          <a:p>
            <a:pPr indent="0" algn="ctr">
              <a:defRPr/>
            </a:pPr>
            <a:r>
              <a:rPr lang="en-IN" dirty="0"/>
              <a:t>1. Grayscale</a:t>
            </a:r>
          </a:p>
          <a:p>
            <a:pPr algn="ctr">
              <a:defRPr/>
            </a:pPr>
            <a:endParaRPr lang="en-US" sz="2000" dirty="0">
              <a:latin typeface="Bierstadt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19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2523197-7F76-C8D9-F22B-AF5D6ECE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F4A67-CFA6-FF62-479A-CB9CEA39DE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/>
          </a:bodyPr>
          <a:lstStyle/>
          <a:p>
            <a:pPr indent="0" algn="ctr">
              <a:defRPr/>
            </a:pPr>
            <a:r>
              <a:rPr lang="en-IN" dirty="0"/>
              <a:t>2. Gaussian Blur</a:t>
            </a:r>
          </a:p>
          <a:p>
            <a:pPr algn="ctr">
              <a:defRPr/>
            </a:pPr>
            <a:endParaRPr lang="en-US" sz="2000" dirty="0">
              <a:latin typeface="Bierstadt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211241-7F7A-9A85-343E-B529E662D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132" y="1493837"/>
            <a:ext cx="790858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08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F3E483F-49B2-E8FD-79E0-CB1D7591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FEFBA-C749-9BFC-3619-BB37FF1107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/>
          </a:bodyPr>
          <a:lstStyle/>
          <a:p>
            <a:pPr indent="0" algn="ctr">
              <a:defRPr/>
            </a:pPr>
            <a:r>
              <a:rPr lang="en-IN" dirty="0"/>
              <a:t>3. Canny</a:t>
            </a:r>
          </a:p>
          <a:p>
            <a:pPr algn="ctr">
              <a:defRPr/>
            </a:pPr>
            <a:endParaRPr lang="en-US" sz="2000" dirty="0">
              <a:latin typeface="Bierstadt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C7596E-FCC0-4AD8-3EFB-EE197AA93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72" y="1429966"/>
            <a:ext cx="8239328" cy="464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41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AC51923-9255-9AEC-B11E-58D75281F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31D89-02E6-4923-96D9-F94CB5BCB8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/>
          </a:bodyPr>
          <a:lstStyle/>
          <a:p>
            <a:pPr indent="0" algn="ctr">
              <a:defRPr/>
            </a:pPr>
            <a:r>
              <a:rPr lang="en-IN" dirty="0"/>
              <a:t>4. Segment (ROI Mask)</a:t>
            </a:r>
          </a:p>
          <a:p>
            <a:pPr algn="ctr">
              <a:defRPr/>
            </a:pPr>
            <a:endParaRPr lang="en-US" sz="2000" dirty="0">
              <a:latin typeface="Bierstadt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7AC6C-D44E-559B-8262-2DFC93BF1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527243"/>
            <a:ext cx="8064231" cy="430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29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2491F5A-17FB-EC9D-232D-8188A911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29CEA-A5CF-785B-880D-B7EFA497ED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en-IN" dirty="0"/>
              <a:t>5. Hough (Raw Segments)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96F46F-A311-4894-3E21-FB2B74F00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09" y="1536970"/>
            <a:ext cx="8249055" cy="46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68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EA66495-79AE-40AF-B9B9-B2952AEA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0AC82-E04E-A72D-4DED-0A74D5AF40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en-IN" dirty="0"/>
              <a:t>6. Output Frame (Final)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2086F-62E8-3AF5-2F63-81757753F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74" y="1488332"/>
            <a:ext cx="7976682" cy="472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72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C38EE-1638-B327-644F-8D947EB71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98220-FA78-6A23-6FD8-1CCA5DC794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en-IN" dirty="0"/>
              <a:t> </a:t>
            </a:r>
          </a:p>
          <a:p>
            <a:pPr algn="ctr"/>
            <a:r>
              <a:rPr lang="en-IN" dirty="0"/>
              <a:t>1. Input frame </a:t>
            </a:r>
          </a:p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2F414-8FC2-3FC4-96E9-52F6F56A2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92" y="1410510"/>
            <a:ext cx="7502815" cy="505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97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1DBB1-A46D-DF51-DE17-752E20557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9F214-C594-CE26-1856-ABEA24F1B6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 fontScale="25000" lnSpcReduction="20000"/>
          </a:bodyPr>
          <a:lstStyle/>
          <a:p>
            <a:pPr algn="ctr"/>
            <a:r>
              <a:rPr lang="en-IN" dirty="0"/>
              <a:t> </a:t>
            </a:r>
          </a:p>
          <a:p>
            <a:pPr algn="ctr"/>
            <a:endParaRPr lang="en-IN" sz="14400" dirty="0"/>
          </a:p>
          <a:p>
            <a:pPr algn="ctr"/>
            <a:r>
              <a:rPr lang="en-IN" sz="14400" dirty="0"/>
              <a:t>2. Grayscale </a:t>
            </a:r>
          </a:p>
          <a:p>
            <a:pPr algn="ctr"/>
            <a:r>
              <a:rPr lang="en-IN" dirty="0"/>
              <a:t> 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D3675-9991-C0A4-4E07-029ADDD13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09" y="1381327"/>
            <a:ext cx="6912495" cy="49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38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3ADFE-5F53-E5EF-0529-24DEFA0AA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B57A6-68C8-DCC3-5D0F-EFE2E917AB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 fontScale="25000" lnSpcReduction="20000"/>
          </a:bodyPr>
          <a:lstStyle/>
          <a:p>
            <a:pPr algn="ctr"/>
            <a:r>
              <a:rPr lang="en-IN" dirty="0"/>
              <a:t> </a:t>
            </a:r>
          </a:p>
          <a:p>
            <a:pPr algn="ctr"/>
            <a:endParaRPr lang="en-IN" sz="14400" dirty="0"/>
          </a:p>
          <a:p>
            <a:pPr algn="ctr"/>
            <a:r>
              <a:rPr lang="en-IN" sz="14400" dirty="0"/>
              <a:t>3. Gaussian Blur </a:t>
            </a:r>
          </a:p>
          <a:p>
            <a:pPr algn="ctr"/>
            <a:r>
              <a:rPr lang="en-IN" dirty="0"/>
              <a:t> </a:t>
            </a:r>
          </a:p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07198-31FC-28EA-20CE-2AEE39C8A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25" y="1439694"/>
            <a:ext cx="7207743" cy="490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13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62DF-9394-DA12-4529-9E7E025D6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BFDC3-C59D-E125-0745-B1D3FA0463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 fontScale="25000" lnSpcReduction="20000"/>
          </a:bodyPr>
          <a:lstStyle/>
          <a:p>
            <a:pPr algn="ctr"/>
            <a:r>
              <a:rPr lang="en-IN" dirty="0"/>
              <a:t> </a:t>
            </a:r>
          </a:p>
          <a:p>
            <a:pPr algn="ctr"/>
            <a:endParaRPr lang="en-IN" sz="14400" dirty="0"/>
          </a:p>
          <a:p>
            <a:pPr algn="ctr"/>
            <a:endParaRPr lang="en-IN" sz="14400" dirty="0"/>
          </a:p>
          <a:p>
            <a:pPr algn="ctr"/>
            <a:r>
              <a:rPr lang="en-IN" sz="14400" dirty="0"/>
              <a:t>4. Canny </a:t>
            </a:r>
          </a:p>
          <a:p>
            <a:pPr algn="ctr"/>
            <a:r>
              <a:rPr lang="en-IN" sz="14400" dirty="0"/>
              <a:t> </a:t>
            </a:r>
          </a:p>
          <a:p>
            <a:pPr algn="ctr"/>
            <a:r>
              <a:rPr lang="en-IN" dirty="0"/>
              <a:t> 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D34CC-A930-088E-8A56-2BB703B8D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66" y="1400783"/>
            <a:ext cx="756766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6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69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Bierstadt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 NEELAM DINESH USHA .</dc:creator>
  <cp:lastModifiedBy>SINGH NEELAM DINESH USHA .</cp:lastModifiedBy>
  <cp:revision>14</cp:revision>
  <dcterms:created xsi:type="dcterms:W3CDTF">2025-11-01T16:23:24Z</dcterms:created>
  <dcterms:modified xsi:type="dcterms:W3CDTF">2025-11-01T17:42:07Z</dcterms:modified>
</cp:coreProperties>
</file>